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8" roundtripDataSignature="AMtx7mhjgKUD0ymJNIsbRkg3ICfEMud1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ede5fc605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g3ede5fc605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de5fc6059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g3ede5fc6059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de5fc605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g3ede5fc605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ede5fc6059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g3ede5fc6059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de5fc6059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g3ede5fc605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de5fc605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g3ede5fc605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ede5fc6059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g3ede5fc6059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ede5fc6059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g3ede5fc6059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de5fc6059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g3ede5fc6059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de5fc6059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g3ede5fc6059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ede5fc6059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g3ede5fc6059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